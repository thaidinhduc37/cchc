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1EF86-E542-49EA-BFC1-C36BB29065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FDA706-01B9-4E80-8479-433DB8BA4F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1F114-9A1B-4393-B70B-567F44F9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C1AB-44C6-4372-AD76-FD1251C956A6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39092-EF6A-4BBD-B727-FB0FE26C6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253F4-1923-422B-B9D1-748E8A13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DC53-4241-48E4-9DB7-D86EE838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41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35499-52F7-4529-B587-B03D9FD66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49516-2279-4AA8-A0E4-8DFEC8297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8C1DE-EC81-4EAC-9992-E74BC2641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C1AB-44C6-4372-AD76-FD1251C956A6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8B4E9-443B-4BCE-A1A3-558CF646A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9EDF8-632F-4A08-9F5D-FA22444F3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DC53-4241-48E4-9DB7-D86EE838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918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AA952-B719-42A7-A457-34929B7B0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4DB2B-2619-47EE-8911-D123292E4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244F6-C972-4AD6-96E8-A7C2F05FE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C1AB-44C6-4372-AD76-FD1251C956A6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2A9B3-B9F1-4824-94BC-281900397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FA1DE-A014-490C-8F30-D452440F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DC53-4241-48E4-9DB7-D86EE838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99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D81C5-4E40-4701-A8EE-450308F3E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9EE26-48CC-4568-BC5C-696B2D450C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60DE2-6749-430F-B8C1-B82AB1837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B13BA-A10C-4073-89F4-837A0D4D6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C1AB-44C6-4372-AD76-FD1251C956A6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1102F-6246-4602-9BC0-47BF57A85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30B40-AC36-4E11-A1AC-BFE481BB0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DC53-4241-48E4-9DB7-D86EE838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16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3E97-69CD-427F-BEDD-F58CF06E8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E0E21-F198-4130-AB51-AA361E5B3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4AD42-0E40-49E0-8162-BDA31C5E4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C3F82-C4D0-41B7-A63C-5686413556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23537C-0046-4F8C-8DFF-0B356DDEE9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C3C2D7-A60B-4476-9916-D54E49AE2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C1AB-44C6-4372-AD76-FD1251C956A6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4EA449-903D-458B-80C9-149A8156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57AAF6-2286-4B2C-ADFC-A986DBA1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DC53-4241-48E4-9DB7-D86EE838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09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B594A-28F0-41B5-A1E6-5EE644AD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713FA0-76B8-4EC7-87D3-7FB799569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C1AB-44C6-4372-AD76-FD1251C956A6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94C9C6-1C70-4122-B831-58DBDEBF3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DEBBD-DF9E-4419-9A85-B233DBC83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DC53-4241-48E4-9DB7-D86EE838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790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A2C09E-E8C9-4DEC-8E7C-039EF3943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C1AB-44C6-4372-AD76-FD1251C956A6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FD7B1-51DE-433B-BB1B-A3C288AB6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CCE25-16E6-495F-9FF9-577F91255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DC53-4241-48E4-9DB7-D86EE838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99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C55E3-CBEC-458B-AFE8-D7F899D9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3070B-B7BF-44E3-ADD7-F8F54C303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39847-709E-4AB3-89B9-3420DF508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915A8-6E74-4EC1-A1CB-AE42B88ED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C1AB-44C6-4372-AD76-FD1251C956A6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8DDF3-F07E-4894-8DBC-423AFC354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2FC4C-7F4B-45BB-8694-15DBC9F7D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DC53-4241-48E4-9DB7-D86EE838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50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9B267-38D6-4536-8828-7EE749D60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2CEC1D-6C82-471D-99C5-6FFA0A11E7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1A0418-7ED4-4CAB-927C-C190A8933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EAA03-01AB-4B28-8716-E7327B71B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C1AB-44C6-4372-AD76-FD1251C956A6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983CE-F92A-45AC-A0D9-7EFB53041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855FC-6E8F-4E67-BAFF-1D720AE9E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DC53-4241-48E4-9DB7-D86EE838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7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9EF7B-991C-4D3A-A1A8-DF279E0C9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7DFEEA-FD0B-4BFD-B7EC-6C1372E16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03082-625B-45E7-B3FC-8FB3D0F33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C1AB-44C6-4372-AD76-FD1251C956A6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49C2A-DF48-4803-ABA7-663D03B6B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6F9DC-DCFF-4151-896B-8D6BBEE70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DC53-4241-48E4-9DB7-D86EE838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4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14910C-D8E5-4E8D-9947-0EAB24CAA8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6F86C0-275C-43B1-8CA9-69EFBC50D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FBF53-2356-4FC0-AAF3-1C4CB7A3B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C1AB-44C6-4372-AD76-FD1251C956A6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8CAB4-EBEC-48BC-A361-AB51B4EE1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A0ACA-4297-49C8-86CE-654BCA442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7DC53-4241-48E4-9DB7-D86EE838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9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DFFEC6-0689-4B21-A73E-11D653EDC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56F76-CAA7-4440-AED3-0D5686D90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04473-82F5-4343-8E8F-CD2E30546C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1C1AB-44C6-4372-AD76-FD1251C956A6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E6E6A-B675-47ED-B748-6E10BB9447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537C9-C884-4326-A644-45C5CEEC3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67DC53-4241-48E4-9DB7-D86EE838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93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DD5193-37BB-40D9-80DC-6073E33990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4" b="31944"/>
          <a:stretch/>
        </p:blipFill>
        <p:spPr>
          <a:xfrm>
            <a:off x="5968431" y="133350"/>
            <a:ext cx="3169788" cy="43624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969413-C783-48F0-A3D4-8D90E8E957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4" b="31945"/>
          <a:stretch/>
        </p:blipFill>
        <p:spPr>
          <a:xfrm>
            <a:off x="2798643" y="133350"/>
            <a:ext cx="3169788" cy="436245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9F09ADE-AE8A-4F7D-9CA1-CDE58514FDB6}"/>
              </a:ext>
            </a:extLst>
          </p:cNvPr>
          <p:cNvCxnSpPr>
            <a:cxnSpLocks/>
          </p:cNvCxnSpPr>
          <p:nvPr/>
        </p:nvCxnSpPr>
        <p:spPr>
          <a:xfrm flipV="1">
            <a:off x="4829175" y="797859"/>
            <a:ext cx="791696" cy="4975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C2A4018-DD1A-4B93-895E-A8EB0018AF5F}"/>
              </a:ext>
            </a:extLst>
          </p:cNvPr>
          <p:cNvCxnSpPr>
            <a:cxnSpLocks/>
          </p:cNvCxnSpPr>
          <p:nvPr/>
        </p:nvCxnSpPr>
        <p:spPr>
          <a:xfrm flipH="1">
            <a:off x="7220231" y="2447365"/>
            <a:ext cx="119762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906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CE7C08-2847-4BBD-99B3-3D5B94DBCF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31" b="20138"/>
          <a:stretch/>
        </p:blipFill>
        <p:spPr>
          <a:xfrm>
            <a:off x="5698883" y="904972"/>
            <a:ext cx="3169788" cy="4110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7DCCF8-6220-4E72-BB27-43556F0E22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32" b="20138"/>
          <a:stretch/>
        </p:blipFill>
        <p:spPr>
          <a:xfrm>
            <a:off x="2529095" y="904972"/>
            <a:ext cx="3169788" cy="411008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00A15C-E658-4B95-A09D-FDD25FE6C838}"/>
              </a:ext>
            </a:extLst>
          </p:cNvPr>
          <p:cNvCxnSpPr>
            <a:cxnSpLocks/>
          </p:cNvCxnSpPr>
          <p:nvPr/>
        </p:nvCxnSpPr>
        <p:spPr>
          <a:xfrm flipV="1">
            <a:off x="2736425" y="2462473"/>
            <a:ext cx="791696" cy="4975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8E90FEB-81BE-4C0F-96E1-167186974139}"/>
              </a:ext>
            </a:extLst>
          </p:cNvPr>
          <p:cNvCxnSpPr>
            <a:cxnSpLocks/>
          </p:cNvCxnSpPr>
          <p:nvPr/>
        </p:nvCxnSpPr>
        <p:spPr>
          <a:xfrm>
            <a:off x="7286428" y="2564091"/>
            <a:ext cx="0" cy="98796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56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0F47A7-BF7A-40BF-B468-D3BA072313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42" b="15876"/>
          <a:stretch/>
        </p:blipFill>
        <p:spPr>
          <a:xfrm>
            <a:off x="2597465" y="1847654"/>
            <a:ext cx="3169788" cy="3921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93F5B0-B509-440F-BE8F-52D1C56355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42" b="15876"/>
          <a:stretch/>
        </p:blipFill>
        <p:spPr>
          <a:xfrm>
            <a:off x="5767253" y="1847652"/>
            <a:ext cx="3169788" cy="392155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0DEF7A-AE37-49D0-846D-7101ED98E9DB}"/>
              </a:ext>
            </a:extLst>
          </p:cNvPr>
          <p:cNvCxnSpPr>
            <a:cxnSpLocks/>
          </p:cNvCxnSpPr>
          <p:nvPr/>
        </p:nvCxnSpPr>
        <p:spPr>
          <a:xfrm flipV="1">
            <a:off x="3660097" y="4006392"/>
            <a:ext cx="431136" cy="98038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EBC9A6-8DA5-4088-8928-8E3EAE565809}"/>
              </a:ext>
            </a:extLst>
          </p:cNvPr>
          <p:cNvCxnSpPr>
            <a:cxnSpLocks/>
          </p:cNvCxnSpPr>
          <p:nvPr/>
        </p:nvCxnSpPr>
        <p:spPr>
          <a:xfrm flipV="1">
            <a:off x="7176450" y="4489238"/>
            <a:ext cx="791696" cy="4975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766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2BDD02-DD49-4928-A2F8-A7F4811662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53" b="25224"/>
          <a:stretch/>
        </p:blipFill>
        <p:spPr>
          <a:xfrm>
            <a:off x="4511106" y="2177592"/>
            <a:ext cx="3169788" cy="295058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6660214-CED6-4B5F-BAE5-F4E1B4900DC5}"/>
              </a:ext>
            </a:extLst>
          </p:cNvPr>
          <p:cNvCxnSpPr>
            <a:cxnSpLocks/>
          </p:cNvCxnSpPr>
          <p:nvPr/>
        </p:nvCxnSpPr>
        <p:spPr>
          <a:xfrm>
            <a:off x="5441761" y="4534293"/>
            <a:ext cx="85100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94FCF0D-0060-43DA-AC80-9C40E731E28B}"/>
              </a:ext>
            </a:extLst>
          </p:cNvPr>
          <p:cNvCxnSpPr>
            <a:cxnSpLocks/>
          </p:cNvCxnSpPr>
          <p:nvPr/>
        </p:nvCxnSpPr>
        <p:spPr>
          <a:xfrm>
            <a:off x="6601260" y="2809188"/>
            <a:ext cx="0" cy="8672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B4E0D0-7C25-4AA4-A223-88596E37EE83}"/>
              </a:ext>
            </a:extLst>
          </p:cNvPr>
          <p:cNvCxnSpPr>
            <a:cxnSpLocks/>
          </p:cNvCxnSpPr>
          <p:nvPr/>
        </p:nvCxnSpPr>
        <p:spPr>
          <a:xfrm>
            <a:off x="7138587" y="3228680"/>
            <a:ext cx="0" cy="89554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533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2A07CD-8F07-4260-847D-69A61508B8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69" b="39244"/>
          <a:stretch/>
        </p:blipFill>
        <p:spPr>
          <a:xfrm>
            <a:off x="2078990" y="1470581"/>
            <a:ext cx="3169788" cy="28657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495828-BDA8-497A-97F6-981B76F2D3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0282"/>
          <a:stretch/>
        </p:blipFill>
        <p:spPr>
          <a:xfrm>
            <a:off x="5241730" y="1470580"/>
            <a:ext cx="2963876" cy="286574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E09230-B63D-4B53-83F0-C1F4F667D0C4}"/>
              </a:ext>
            </a:extLst>
          </p:cNvPr>
          <p:cNvCxnSpPr>
            <a:cxnSpLocks/>
          </p:cNvCxnSpPr>
          <p:nvPr/>
        </p:nvCxnSpPr>
        <p:spPr>
          <a:xfrm>
            <a:off x="3148552" y="4062952"/>
            <a:ext cx="123057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D88BB01-608E-4757-A2D1-779D612129F8}"/>
              </a:ext>
            </a:extLst>
          </p:cNvPr>
          <p:cNvSpPr txBox="1"/>
          <p:nvPr/>
        </p:nvSpPr>
        <p:spPr>
          <a:xfrm>
            <a:off x="5298292" y="3976425"/>
            <a:ext cx="1302852" cy="276999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/>
              <a:t>LOREM IPSUM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06867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AA6C45-931A-4364-A64C-3C3D315CF5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23" b="36083"/>
          <a:stretch/>
        </p:blipFill>
        <p:spPr>
          <a:xfrm>
            <a:off x="4511106" y="584462"/>
            <a:ext cx="3169788" cy="379900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C956B66-D6DE-4053-9613-5DF7E9D8E6B0}"/>
              </a:ext>
            </a:extLst>
          </p:cNvPr>
          <p:cNvCxnSpPr>
            <a:cxnSpLocks/>
          </p:cNvCxnSpPr>
          <p:nvPr/>
        </p:nvCxnSpPr>
        <p:spPr>
          <a:xfrm>
            <a:off x="5948313" y="4128940"/>
            <a:ext cx="123057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F7E1E8-67A6-4FC8-9842-D3D6D10C487F}"/>
              </a:ext>
            </a:extLst>
          </p:cNvPr>
          <p:cNvCxnSpPr>
            <a:cxnSpLocks/>
          </p:cNvCxnSpPr>
          <p:nvPr/>
        </p:nvCxnSpPr>
        <p:spPr>
          <a:xfrm flipH="1" flipV="1">
            <a:off x="6563601" y="2839825"/>
            <a:ext cx="721528" cy="5891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E9FC1D0-F58E-45E3-9017-CD30706A3257}"/>
              </a:ext>
            </a:extLst>
          </p:cNvPr>
          <p:cNvSpPr txBox="1"/>
          <p:nvPr/>
        </p:nvSpPr>
        <p:spPr>
          <a:xfrm>
            <a:off x="4645461" y="3535052"/>
            <a:ext cx="831512" cy="215444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/>
              <a:t>LOREM IPSUM</a:t>
            </a:r>
            <a:endParaRPr lang="en-US" sz="9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38025C-5552-41EE-B546-12A86A8A2014}"/>
              </a:ext>
            </a:extLst>
          </p:cNvPr>
          <p:cNvSpPr txBox="1"/>
          <p:nvPr/>
        </p:nvSpPr>
        <p:spPr>
          <a:xfrm>
            <a:off x="4570045" y="2560752"/>
            <a:ext cx="954062" cy="246221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/>
              <a:t>LOREM IPSUM</a:t>
            </a:r>
            <a:endParaRPr lang="en-US" sz="10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D3520D-7ABF-4511-BCC4-C74E78DD5B74}"/>
              </a:ext>
            </a:extLst>
          </p:cNvPr>
          <p:cNvSpPr txBox="1"/>
          <p:nvPr/>
        </p:nvSpPr>
        <p:spPr>
          <a:xfrm>
            <a:off x="4571622" y="2073602"/>
            <a:ext cx="954062" cy="246221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/>
              <a:t>LOREM IPSUM</a:t>
            </a:r>
            <a:endParaRPr lang="en-US" sz="10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354C12-EECE-41EF-8636-3B00180A4848}"/>
              </a:ext>
            </a:extLst>
          </p:cNvPr>
          <p:cNvSpPr txBox="1"/>
          <p:nvPr/>
        </p:nvSpPr>
        <p:spPr>
          <a:xfrm>
            <a:off x="4582617" y="1566124"/>
            <a:ext cx="954062" cy="246221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/>
              <a:t>LOREM IPSUM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2157952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FD42CA-E547-4B7E-9DC3-8B32CB78A5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20" b="28247"/>
          <a:stretch/>
        </p:blipFill>
        <p:spPr>
          <a:xfrm>
            <a:off x="5656843" y="999241"/>
            <a:ext cx="3169788" cy="38084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2894C5-7705-4917-B7E0-4B8A61FFD9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29897"/>
          <a:stretch/>
        </p:blipFill>
        <p:spPr>
          <a:xfrm>
            <a:off x="2487055" y="999241"/>
            <a:ext cx="3169788" cy="380843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18CB8E-AE78-4AB4-B439-A0D1D929BEF4}"/>
              </a:ext>
            </a:extLst>
          </p:cNvPr>
          <p:cNvCxnSpPr>
            <a:cxnSpLocks/>
          </p:cNvCxnSpPr>
          <p:nvPr/>
        </p:nvCxnSpPr>
        <p:spPr>
          <a:xfrm flipV="1">
            <a:off x="3806639" y="3626962"/>
            <a:ext cx="1387531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CD7D32-8139-414F-9212-CCFD82042777}"/>
              </a:ext>
            </a:extLst>
          </p:cNvPr>
          <p:cNvCxnSpPr>
            <a:cxnSpLocks/>
          </p:cNvCxnSpPr>
          <p:nvPr/>
        </p:nvCxnSpPr>
        <p:spPr>
          <a:xfrm flipV="1">
            <a:off x="6700667" y="4475376"/>
            <a:ext cx="1541502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4AF6EA-B5BA-4CCA-A3EA-5E178E07CB39}"/>
              </a:ext>
            </a:extLst>
          </p:cNvPr>
          <p:cNvSpPr txBox="1"/>
          <p:nvPr/>
        </p:nvSpPr>
        <p:spPr>
          <a:xfrm>
            <a:off x="2640856" y="2994385"/>
            <a:ext cx="954062" cy="246221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/>
              <a:t>LOREM IPSUM</a:t>
            </a:r>
            <a:endParaRPr lang="en-US" sz="10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AEBCA5-03A5-48A9-8015-CC85816F321D}"/>
              </a:ext>
            </a:extLst>
          </p:cNvPr>
          <p:cNvSpPr txBox="1"/>
          <p:nvPr/>
        </p:nvSpPr>
        <p:spPr>
          <a:xfrm>
            <a:off x="2622002" y="3965346"/>
            <a:ext cx="954062" cy="246221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/>
              <a:t>LOREM IPSUM</a:t>
            </a:r>
            <a:endParaRPr lang="en-US" sz="10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143640-0082-4D0F-BA6B-67B7E43667D2}"/>
              </a:ext>
            </a:extLst>
          </p:cNvPr>
          <p:cNvSpPr txBox="1"/>
          <p:nvPr/>
        </p:nvSpPr>
        <p:spPr>
          <a:xfrm>
            <a:off x="5746605" y="3842235"/>
            <a:ext cx="954062" cy="246221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/>
              <a:t>LOREM IPSUM</a:t>
            </a:r>
            <a:endParaRPr lang="en-US" sz="105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3AD519-9FC8-4676-9838-52D5E8BE2FB1}"/>
              </a:ext>
            </a:extLst>
          </p:cNvPr>
          <p:cNvSpPr txBox="1"/>
          <p:nvPr/>
        </p:nvSpPr>
        <p:spPr>
          <a:xfrm>
            <a:off x="5746605" y="2871274"/>
            <a:ext cx="954062" cy="246221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/>
              <a:t>LOREM IPSUM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1932629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2EA0DB-476D-4500-B9A7-50638016A4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68" b="44468"/>
          <a:stretch/>
        </p:blipFill>
        <p:spPr>
          <a:xfrm>
            <a:off x="3794669" y="1932495"/>
            <a:ext cx="3169788" cy="235670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CEC327-79AD-4E4E-865F-0E5679F16E5F}"/>
              </a:ext>
            </a:extLst>
          </p:cNvPr>
          <p:cNvCxnSpPr>
            <a:cxnSpLocks/>
          </p:cNvCxnSpPr>
          <p:nvPr/>
        </p:nvCxnSpPr>
        <p:spPr>
          <a:xfrm flipH="1">
            <a:off x="5476974" y="2241221"/>
            <a:ext cx="901830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B0F59FE-5C2B-4B56-8E99-D963F559C64A}"/>
              </a:ext>
            </a:extLst>
          </p:cNvPr>
          <p:cNvCxnSpPr>
            <a:cxnSpLocks/>
          </p:cNvCxnSpPr>
          <p:nvPr/>
        </p:nvCxnSpPr>
        <p:spPr>
          <a:xfrm flipV="1">
            <a:off x="4991273" y="2759696"/>
            <a:ext cx="1387531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A4429C-9B3E-473F-B302-3470F11CFFF9}"/>
              </a:ext>
            </a:extLst>
          </p:cNvPr>
          <p:cNvCxnSpPr>
            <a:cxnSpLocks/>
          </p:cNvCxnSpPr>
          <p:nvPr/>
        </p:nvCxnSpPr>
        <p:spPr>
          <a:xfrm flipH="1">
            <a:off x="5531964" y="3228679"/>
            <a:ext cx="90183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E1EF2F-F79C-4993-BE7C-C8263CC11393}"/>
              </a:ext>
            </a:extLst>
          </p:cNvPr>
          <p:cNvCxnSpPr>
            <a:cxnSpLocks/>
          </p:cNvCxnSpPr>
          <p:nvPr/>
        </p:nvCxnSpPr>
        <p:spPr>
          <a:xfrm flipV="1">
            <a:off x="5046263" y="3697662"/>
            <a:ext cx="1387531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8455CD-1443-4DA4-B311-9FE60B979DCC}"/>
              </a:ext>
            </a:extLst>
          </p:cNvPr>
          <p:cNvCxnSpPr>
            <a:cxnSpLocks/>
          </p:cNvCxnSpPr>
          <p:nvPr/>
        </p:nvCxnSpPr>
        <p:spPr>
          <a:xfrm flipH="1">
            <a:off x="4933142" y="4166645"/>
            <a:ext cx="788709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668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77643C-E210-46B6-B6A3-225B2E199D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95" b="10249"/>
          <a:stretch/>
        </p:blipFill>
        <p:spPr>
          <a:xfrm>
            <a:off x="8801845" y="0"/>
            <a:ext cx="3169788" cy="43928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FE9EBC-F1BE-476C-8089-03B4511ECA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1" b="30184"/>
          <a:stretch/>
        </p:blipFill>
        <p:spPr>
          <a:xfrm>
            <a:off x="1192042" y="245096"/>
            <a:ext cx="3169788" cy="439289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8E1CDC-0602-4ABB-9A32-A5C113F9B3F4}"/>
              </a:ext>
            </a:extLst>
          </p:cNvPr>
          <p:cNvCxnSpPr>
            <a:cxnSpLocks/>
          </p:cNvCxnSpPr>
          <p:nvPr/>
        </p:nvCxnSpPr>
        <p:spPr>
          <a:xfrm flipV="1">
            <a:off x="1451728" y="4037028"/>
            <a:ext cx="410066" cy="3087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968A7FC-36B0-470A-8EC6-09F2B1CC8816}"/>
              </a:ext>
            </a:extLst>
          </p:cNvPr>
          <p:cNvCxnSpPr>
            <a:cxnSpLocks/>
          </p:cNvCxnSpPr>
          <p:nvPr/>
        </p:nvCxnSpPr>
        <p:spPr>
          <a:xfrm flipV="1">
            <a:off x="2776936" y="1131217"/>
            <a:ext cx="0" cy="31296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E9B14F7-B73E-4DC0-AB73-D00DE7634F0E}"/>
              </a:ext>
            </a:extLst>
          </p:cNvPr>
          <p:cNvCxnSpPr>
            <a:cxnSpLocks/>
          </p:cNvCxnSpPr>
          <p:nvPr/>
        </p:nvCxnSpPr>
        <p:spPr>
          <a:xfrm flipH="1" flipV="1">
            <a:off x="10057465" y="1480008"/>
            <a:ext cx="1132151" cy="10652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89A0D770-FBD8-4237-819B-D449227A0E5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87" b="-1443"/>
          <a:stretch/>
        </p:blipFill>
        <p:spPr>
          <a:xfrm>
            <a:off x="5632057" y="122547"/>
            <a:ext cx="3169788" cy="4392891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083A353-726F-4875-9B06-3BA8C0E26F14}"/>
              </a:ext>
            </a:extLst>
          </p:cNvPr>
          <p:cNvCxnSpPr>
            <a:cxnSpLocks/>
          </p:cNvCxnSpPr>
          <p:nvPr/>
        </p:nvCxnSpPr>
        <p:spPr>
          <a:xfrm flipV="1">
            <a:off x="6227137" y="2318993"/>
            <a:ext cx="659876" cy="171803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092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3DC275-95A8-4C9B-88D0-7452E29276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3" b="68247"/>
          <a:stretch/>
        </p:blipFill>
        <p:spPr>
          <a:xfrm>
            <a:off x="3285620" y="2790335"/>
            <a:ext cx="3169788" cy="199848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ABAAAF0-F4AD-45EB-8871-4B4CCD617BCF}"/>
              </a:ext>
            </a:extLst>
          </p:cNvPr>
          <p:cNvCxnSpPr>
            <a:cxnSpLocks/>
          </p:cNvCxnSpPr>
          <p:nvPr/>
        </p:nvCxnSpPr>
        <p:spPr>
          <a:xfrm flipH="1" flipV="1">
            <a:off x="5436123" y="3492631"/>
            <a:ext cx="823275" cy="29694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D058ED-3AC5-40CE-9B23-74D93E91490F}"/>
              </a:ext>
            </a:extLst>
          </p:cNvPr>
          <p:cNvCxnSpPr>
            <a:cxnSpLocks/>
          </p:cNvCxnSpPr>
          <p:nvPr/>
        </p:nvCxnSpPr>
        <p:spPr>
          <a:xfrm flipH="1" flipV="1">
            <a:off x="4385035" y="4187858"/>
            <a:ext cx="1051088" cy="30401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151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CE6FE1-5A5C-4E8D-8FAF-4AF8DB4D89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6" b="43368"/>
          <a:stretch/>
        </p:blipFill>
        <p:spPr>
          <a:xfrm>
            <a:off x="3954924" y="1140643"/>
            <a:ext cx="3169788" cy="338422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601820D-4225-434F-923E-2A6641F792AC}"/>
              </a:ext>
            </a:extLst>
          </p:cNvPr>
          <p:cNvCxnSpPr>
            <a:cxnSpLocks/>
          </p:cNvCxnSpPr>
          <p:nvPr/>
        </p:nvCxnSpPr>
        <p:spPr>
          <a:xfrm flipH="1">
            <a:off x="5539818" y="3132055"/>
            <a:ext cx="1051088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DFA3F86-D456-43C3-B18C-E00A9941FAF6}"/>
              </a:ext>
            </a:extLst>
          </p:cNvPr>
          <p:cNvCxnSpPr>
            <a:cxnSpLocks/>
          </p:cNvCxnSpPr>
          <p:nvPr/>
        </p:nvCxnSpPr>
        <p:spPr>
          <a:xfrm flipH="1">
            <a:off x="5590879" y="3725945"/>
            <a:ext cx="1051088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54FF89-150B-44D1-ADDB-DB67DA74D0EB}"/>
              </a:ext>
            </a:extLst>
          </p:cNvPr>
          <p:cNvCxnSpPr>
            <a:cxnSpLocks/>
          </p:cNvCxnSpPr>
          <p:nvPr/>
        </p:nvCxnSpPr>
        <p:spPr>
          <a:xfrm flipH="1">
            <a:off x="5570456" y="4272699"/>
            <a:ext cx="1051088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102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ED5F6E-C2B3-4DC1-8402-16E5F38F8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8459"/>
            <a:ext cx="12192000" cy="590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523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41F885-740D-4E9B-A42E-DBCBE45E7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232" y="1209365"/>
            <a:ext cx="6525536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921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F97F79-C3A8-4DE9-9FED-4D3E19628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757" y="132890"/>
            <a:ext cx="7954485" cy="659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6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386B85-94F7-45A1-B58B-054D0F646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99" y="756864"/>
            <a:ext cx="7887801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38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7543A8-17FD-4C0D-9BB1-BF4C54DAD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547" y="251969"/>
            <a:ext cx="8106906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62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379065-5869-4A76-A49E-599AC3B34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47" y="516836"/>
            <a:ext cx="5420481" cy="4515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49B64F-6C26-463A-9E3B-2EDDDA67B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714" y="516836"/>
            <a:ext cx="5210902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01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A82C9B-7CA5-4448-B5D7-9B118452A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812" y="247206"/>
            <a:ext cx="7548282" cy="56067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6341DD-8F0B-4A1A-8A33-55F1BDCD5C96}"/>
              </a:ext>
            </a:extLst>
          </p:cNvPr>
          <p:cNvSpPr txBox="1"/>
          <p:nvPr/>
        </p:nvSpPr>
        <p:spPr>
          <a:xfrm>
            <a:off x="1568445" y="1123342"/>
            <a:ext cx="1461625" cy="307777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LOREM IPSUM</a:t>
            </a:r>
            <a:endParaRPr lang="en-US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744968-8598-4597-99C0-AF5D70CE77DB}"/>
              </a:ext>
            </a:extLst>
          </p:cNvPr>
          <p:cNvSpPr txBox="1"/>
          <p:nvPr/>
        </p:nvSpPr>
        <p:spPr>
          <a:xfrm>
            <a:off x="1568445" y="1822589"/>
            <a:ext cx="1640920" cy="307777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LOREM IPSUM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29B6A2-C437-4AE9-8836-BF4AC6F4E270}"/>
              </a:ext>
            </a:extLst>
          </p:cNvPr>
          <p:cNvSpPr txBox="1"/>
          <p:nvPr/>
        </p:nvSpPr>
        <p:spPr>
          <a:xfrm>
            <a:off x="1568444" y="2530801"/>
            <a:ext cx="3657979" cy="307777"/>
          </a:xfrm>
          <a:prstGeom prst="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LOREM IPSUM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37103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24</Words>
  <Application>Microsoft Office PowerPoint</Application>
  <PresentationFormat>Widescreen</PresentationFormat>
  <Paragraphs>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Thái Đình Đức</dc:creator>
  <cp:lastModifiedBy>Thái Đình Đức</cp:lastModifiedBy>
  <cp:revision>3</cp:revision>
  <dcterms:created xsi:type="dcterms:W3CDTF">2025-07-02T02:31:34Z</dcterms:created>
  <dcterms:modified xsi:type="dcterms:W3CDTF">2025-07-21T14:22:08Z</dcterms:modified>
</cp:coreProperties>
</file>